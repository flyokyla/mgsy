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20/02/relationships/classificationlabels" Target="/docMetadata/LabelInfo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</p:sldMasterIdLst>
  <p:notesMasterIdLst>
    <p:notesMasterId r:id="rId18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C8445CE-ADF8-4DDB-BBBD-46D2908E4C65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52D725C-4339-4D5E-BBE6-DF3CB2F5B238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B4AD4E-E06A-46A9-9342-C775C4A5327D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0FC4D5-BD1C-4267-8D14-0E3FF9A8F593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B19D7B-B17B-4A76-9184-3DED90F07A24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BF71E4-EC9E-4721-B15B-B4F9BA5A6F57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93E4F6C-CAC3-4FA1-8336-13980D843564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5843065-0615-453B-BCC5-0B125652B09F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F003913-D10C-49C0-B3F5-F605FA3D85F0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B8E1DBE-7F43-4182-9F28-E140900DCE23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A61762-0448-48F0-8C33-962F7C35F492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8442C4C-5669-4C0E-AC32-0CF99FC1E789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313360" y="1426320"/>
            <a:ext cx="6674760" cy="170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877200" y="3383280"/>
            <a:ext cx="4754520" cy="2057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CF7C790-30C7-4C50-9870-B32BA7F13444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ри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584E20F-45D3-4CCD-8252-4C19DCCBD52F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пасибо за внимание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8F58DD83-7160-4F32-9436-66E148FE6B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3CE4FD1-D85A-45C2-8FDF-36EB43FC67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827E3B68-F2EA-42CB-B527-9BED733951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CC053B2D-3ECB-4A8A-9638-FBA7613457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313360" y="1426320"/>
            <a:ext cx="6674760" cy="170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3877200" y="3383280"/>
            <a:ext cx="4754520" cy="2057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61393B0-4056-42AD-BFE4-149DB65A843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два столбца (темные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8CC148C-D43D-47AD-8211-E74B1624ABA5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два столбца (светлые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B176B3EC-3D11-4658-848A-08DFDB01629B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содержимое (темная полос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B745DD7-7C0B-426B-BD67-76FA40D7BD14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ри объекта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A2544A5-D3B8-4D32-AD7E-16656A719E15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ва объект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E07F7EFE-A2AC-43D8-9211-2955DA114A90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ва объекта справа (темные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E941DBE-C3C0-4CDD-848D-F303A73625C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267640" y="1408320"/>
            <a:ext cx="64004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7200" spc="-1" strike="noStrike" cap="all">
                <a:solidFill>
                  <a:schemeClr val="lt1"/>
                </a:solidFill>
                <a:latin typeface="Arial"/>
              </a:rPr>
              <a:t>Образец заголовка</a:t>
            </a:r>
            <a:endParaRPr b="0" lang="ru-RU" sz="72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" name="Группа 6"/>
          <p:cNvGrpSpPr/>
          <p:nvPr/>
        </p:nvGrpSpPr>
        <p:grpSpPr>
          <a:xfrm>
            <a:off x="3979440" y="5801400"/>
            <a:ext cx="8221680" cy="0"/>
            <a:chOff x="3979440" y="5801400"/>
            <a:chExt cx="8221680" cy="0"/>
          </a:xfrm>
        </p:grpSpPr>
        <p:cxnSp>
          <p:nvCxnSpPr>
            <p:cNvPr id="2" name="Прямая соединительная линия 7"/>
            <p:cNvCxnSpPr/>
            <p:nvPr/>
          </p:nvCxnSpPr>
          <p:spPr>
            <a:xfrm>
              <a:off x="3979440" y="5801400"/>
              <a:ext cx="6054480" cy="360"/>
            </a:xfrm>
            <a:prstGeom prst="straightConnector1">
              <a:avLst/>
            </a:prstGeom>
            <a:ln w="57150">
              <a:solidFill>
                <a:srgbClr val="ffffff"/>
              </a:solidFill>
            </a:ln>
          </p:spPr>
        </p:cxnSp>
        <p:cxnSp>
          <p:nvCxnSpPr>
            <p:cNvPr id="3" name="Прямая соединительная линия 8"/>
            <p:cNvCxnSpPr/>
            <p:nvPr/>
          </p:nvCxnSpPr>
          <p:spPr>
            <a:xfrm>
              <a:off x="10029240" y="5801400"/>
              <a:ext cx="2172240" cy="360"/>
            </a:xfrm>
            <a:prstGeom prst="straightConnector1">
              <a:avLst/>
            </a:prstGeom>
            <a:ln w="57150">
              <a:solidFill>
                <a:srgbClr val="be937e"/>
              </a:solidFill>
            </a:ln>
          </p:spPr>
        </p:cxnSp>
      </p:grp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2"/>
                </a:solidFill>
                <a:latin typeface="Arial"/>
              </a:rPr>
              <a:t>Click to edit the outline text format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2"/>
                </a:solidFill>
                <a:latin typeface="Arial"/>
              </a:rPr>
              <a:t>Second Outline Level</a:t>
            </a:r>
            <a:endParaRPr b="0" lang="ru-RU" sz="2000" spc="-1" strike="noStrike">
              <a:solidFill>
                <a:schemeClr val="dk2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2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chemeClr val="dk2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Fourth Outline Level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2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chemeClr val="dk2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2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chemeClr val="dk2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2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chemeClr val="dk2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411480" y="301680"/>
            <a:ext cx="1828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2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F151D6-3878-455E-9151-E0B27EE0EEAC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/>
          </p:nvPr>
        </p:nvSpPr>
        <p:spPr>
          <a:xfrm>
            <a:off x="2295000" y="1463040"/>
            <a:ext cx="7497720" cy="70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5000" spc="-1" strike="noStrike" cap="all">
                <a:solidFill>
                  <a:schemeClr val="dk2"/>
                </a:solidFill>
                <a:latin typeface="Arial"/>
              </a:rPr>
              <a:t>Образец заголовка</a:t>
            </a: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0" name="Группа 8"/>
          <p:cNvGrpSpPr/>
          <p:nvPr/>
        </p:nvGrpSpPr>
        <p:grpSpPr>
          <a:xfrm>
            <a:off x="2400120" y="2535840"/>
            <a:ext cx="9801000" cy="720"/>
            <a:chOff x="2400120" y="2535840"/>
            <a:chExt cx="9801000" cy="720"/>
          </a:xfrm>
        </p:grpSpPr>
        <p:cxnSp>
          <p:nvCxnSpPr>
            <p:cNvPr id="11" name="Прямая соединительная линия 9"/>
            <p:cNvCxnSpPr/>
            <p:nvPr/>
          </p:nvCxnSpPr>
          <p:spPr>
            <a:xfrm>
              <a:off x="2400120" y="2535840"/>
              <a:ext cx="7391880" cy="360"/>
            </a:xfrm>
            <a:prstGeom prst="straightConnector1">
              <a:avLst/>
            </a:prstGeom>
            <a:ln w="57150">
              <a:solidFill>
                <a:srgbClr val="e7e6e6"/>
              </a:solidFill>
            </a:ln>
          </p:spPr>
        </p:cxnSp>
        <p:cxnSp>
          <p:nvCxnSpPr>
            <p:cNvPr id="12" name="Прямая соединительная линия 10"/>
            <p:cNvCxnSpPr/>
            <p:nvPr/>
          </p:nvCxnSpPr>
          <p:spPr>
            <a:xfrm>
              <a:off x="9789840" y="2536560"/>
              <a:ext cx="2411640" cy="360"/>
            </a:xfrm>
            <a:prstGeom prst="straightConnector1">
              <a:avLst/>
            </a:prstGeom>
            <a:ln w="57150">
              <a:solidFill>
                <a:srgbClr val="3b4546"/>
              </a:solidFill>
            </a:ln>
          </p:spPr>
        </p:cxnSp>
      </p:grp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2322720" y="2971800"/>
            <a:ext cx="482760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Щелкните, чтобы изменить </a:t>
            </a: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стили 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2322720" y="4443840"/>
            <a:ext cx="482760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body"/>
          </p:nvPr>
        </p:nvSpPr>
        <p:spPr>
          <a:xfrm>
            <a:off x="2020680" y="3401640"/>
            <a:ext cx="8379000" cy="974880"/>
          </a:xfrm>
          <a:prstGeom prst="rect">
            <a:avLst/>
          </a:prstGeom>
          <a:noFill/>
          <a:ln w="0">
            <a:noFill/>
          </a:ln>
        </p:spPr>
        <p:txBody>
          <a:bodyPr numCol="2" spcCol="91440"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6" name="PlaceHolder 7"/>
          <p:cNvSpPr>
            <a:spLocks noGrp="1"/>
          </p:cNvSpPr>
          <p:nvPr>
            <p:ph type="body"/>
          </p:nvPr>
        </p:nvSpPr>
        <p:spPr>
          <a:xfrm>
            <a:off x="2020680" y="4901040"/>
            <a:ext cx="8379000" cy="974880"/>
          </a:xfrm>
          <a:prstGeom prst="rect">
            <a:avLst/>
          </a:prstGeom>
          <a:noFill/>
          <a:ln w="0">
            <a:noFill/>
          </a:ln>
        </p:spPr>
        <p:txBody>
          <a:bodyPr numCol="2" spcCol="91440"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ftr" idx="3"/>
          </p:nvPr>
        </p:nvSpPr>
        <p:spPr>
          <a:xfrm>
            <a:off x="411480" y="301680"/>
            <a:ext cx="1828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4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26DE0F-C9EA-4D1A-9AB8-7A1EC45EE1BB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title"/>
          </p:nvPr>
        </p:nvSpPr>
        <p:spPr>
          <a:xfrm>
            <a:off x="603360" y="1463040"/>
            <a:ext cx="10871280" cy="70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5000" spc="-1" strike="noStrike" cap="all">
                <a:solidFill>
                  <a:schemeClr val="dk2"/>
                </a:solidFill>
                <a:latin typeface="Arial"/>
              </a:rPr>
              <a:t>Образец заголовка</a:t>
            </a: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49080" y="2980800"/>
            <a:ext cx="3282480" cy="110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334400" y="2980800"/>
            <a:ext cx="3282480" cy="110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Щелкните, чтобы </a:t>
            </a: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изменить стили </a:t>
            </a: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текста образца </a:t>
            </a: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65760" y="4114800"/>
            <a:ext cx="3282480" cy="974880"/>
          </a:xfrm>
          <a:prstGeom prst="rect">
            <a:avLst/>
          </a:prstGeom>
          <a:noFill/>
          <a:ln w="0">
            <a:noFill/>
          </a:ln>
        </p:spPr>
        <p:txBody>
          <a:bodyPr numCol="1" spcCol="91440"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</a:t>
            </a: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4005000" y="4114800"/>
            <a:ext cx="3282480" cy="974880"/>
          </a:xfrm>
          <a:prstGeom prst="rect">
            <a:avLst/>
          </a:prstGeom>
          <a:noFill/>
          <a:ln w="0">
            <a:noFill/>
          </a:ln>
        </p:spPr>
        <p:txBody>
          <a:bodyPr numCol="1" spcCol="91440"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grpSp>
        <p:nvGrpSpPr>
          <p:cNvPr id="24" name="Группа 15"/>
          <p:cNvGrpSpPr/>
          <p:nvPr/>
        </p:nvGrpSpPr>
        <p:grpSpPr>
          <a:xfrm>
            <a:off x="716760" y="2526840"/>
            <a:ext cx="10758240" cy="1800"/>
            <a:chOff x="716760" y="2526840"/>
            <a:chExt cx="10758240" cy="1800"/>
          </a:xfrm>
        </p:grpSpPr>
        <p:cxnSp>
          <p:nvCxnSpPr>
            <p:cNvPr id="25" name="Прямая соединительная линия 16"/>
            <p:cNvCxnSpPr/>
            <p:nvPr/>
          </p:nvCxnSpPr>
          <p:spPr>
            <a:xfrm>
              <a:off x="716760" y="2526840"/>
              <a:ext cx="6384600" cy="360"/>
            </a:xfrm>
            <a:prstGeom prst="straightConnector1">
              <a:avLst/>
            </a:prstGeom>
            <a:ln w="57150">
              <a:solidFill>
                <a:srgbClr val="ede9e6"/>
              </a:solidFill>
            </a:ln>
          </p:spPr>
        </p:cxnSp>
        <p:cxnSp>
          <p:nvCxnSpPr>
            <p:cNvPr id="26" name="Прямая соединительная линия 17"/>
            <p:cNvCxnSpPr/>
            <p:nvPr/>
          </p:nvCxnSpPr>
          <p:spPr>
            <a:xfrm>
              <a:off x="7101000" y="2528640"/>
              <a:ext cx="4374360" cy="360"/>
            </a:xfrm>
            <a:prstGeom prst="straightConnector1">
              <a:avLst/>
            </a:prstGeom>
            <a:ln w="57150">
              <a:solidFill>
                <a:srgbClr val="3b4546"/>
              </a:solidFill>
            </a:ln>
          </p:spPr>
        </p:cxnSp>
      </p:grpSp>
      <p:sp>
        <p:nvSpPr>
          <p:cNvPr id="27" name="PlaceHolder 8"/>
          <p:cNvSpPr>
            <a:spLocks noGrp="1"/>
          </p:cNvSpPr>
          <p:nvPr>
            <p:ph type="body"/>
          </p:nvPr>
        </p:nvSpPr>
        <p:spPr>
          <a:xfrm>
            <a:off x="8266320" y="2980800"/>
            <a:ext cx="3282480" cy="110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28" name="PlaceHolder 9"/>
          <p:cNvSpPr>
            <a:spLocks noGrp="1"/>
          </p:cNvSpPr>
          <p:nvPr>
            <p:ph type="body"/>
          </p:nvPr>
        </p:nvSpPr>
        <p:spPr>
          <a:xfrm>
            <a:off x="7973640" y="4114800"/>
            <a:ext cx="3282480" cy="974880"/>
          </a:xfrm>
          <a:prstGeom prst="rect">
            <a:avLst/>
          </a:prstGeom>
          <a:noFill/>
          <a:ln w="0">
            <a:noFill/>
          </a:ln>
        </p:spPr>
        <p:txBody>
          <a:bodyPr numCol="1" spcCol="91440"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5"/>
          <p:cNvSpPr/>
          <p:nvPr/>
        </p:nvSpPr>
        <p:spPr>
          <a:xfrm>
            <a:off x="0" y="0"/>
            <a:ext cx="1001988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313360" y="1426320"/>
            <a:ext cx="6674760" cy="170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7200" spc="-1" strike="noStrike" cap="all">
                <a:solidFill>
                  <a:schemeClr val="lt1"/>
                </a:solidFill>
                <a:latin typeface="Arial"/>
              </a:rPr>
              <a:t>Образец заголовка</a:t>
            </a:r>
            <a:endParaRPr b="0" lang="ru-RU" sz="72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31" name="Группа 6"/>
          <p:cNvGrpSpPr/>
          <p:nvPr/>
        </p:nvGrpSpPr>
        <p:grpSpPr>
          <a:xfrm>
            <a:off x="3979440" y="5799240"/>
            <a:ext cx="8212320" cy="0"/>
            <a:chOff x="3979440" y="5799240"/>
            <a:chExt cx="8212320" cy="0"/>
          </a:xfrm>
        </p:grpSpPr>
        <p:cxnSp>
          <p:nvCxnSpPr>
            <p:cNvPr id="32" name="Прямая соединительная линия 7"/>
            <p:cNvCxnSpPr/>
            <p:nvPr/>
          </p:nvCxnSpPr>
          <p:spPr>
            <a:xfrm>
              <a:off x="3979440" y="5799240"/>
              <a:ext cx="6054480" cy="360"/>
            </a:xfrm>
            <a:prstGeom prst="straightConnector1">
              <a:avLst/>
            </a:prstGeom>
            <a:ln w="57150">
              <a:solidFill>
                <a:srgbClr val="ffffff"/>
              </a:solidFill>
            </a:ln>
          </p:spPr>
        </p:cxnSp>
        <p:cxnSp>
          <p:nvCxnSpPr>
            <p:cNvPr id="33" name="Прямая соединительная линия 8"/>
            <p:cNvCxnSpPr/>
            <p:nvPr/>
          </p:nvCxnSpPr>
          <p:spPr>
            <a:xfrm>
              <a:off x="10020240" y="5799240"/>
              <a:ext cx="2171880" cy="360"/>
            </a:xfrm>
            <a:prstGeom prst="straightConnector1">
              <a:avLst/>
            </a:prstGeom>
            <a:ln w="57150">
              <a:solidFill>
                <a:srgbClr val="3b4546"/>
              </a:solidFill>
            </a:ln>
          </p:spPr>
        </p:cxnSp>
      </p:grp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877200" y="3383280"/>
            <a:ext cx="475452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lt1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6"/>
          </p:nvPr>
        </p:nvSpPr>
        <p:spPr>
          <a:xfrm>
            <a:off x="411480" y="301680"/>
            <a:ext cx="1828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7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E5BC36-D29A-4CEC-8950-72DCAF29BDBB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838080" y="1115280"/>
            <a:ext cx="10515240" cy="57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4400" spc="-1" strike="noStrike" cap="all">
                <a:solidFill>
                  <a:schemeClr val="dk2"/>
                </a:solidFill>
                <a:latin typeface="Arial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dt" idx="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9"/>
          </p:nvPr>
        </p:nvSpPr>
        <p:spPr>
          <a:xfrm>
            <a:off x="411480" y="301680"/>
            <a:ext cx="1828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10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52A019-C81C-4D89-B8D7-BBD52AFFE355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3200" spc="-1" strike="noStrike" cap="all">
                <a:solidFill>
                  <a:schemeClr val="dk2"/>
                </a:solidFill>
                <a:latin typeface="Arial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3b4546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32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3b4546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3b4546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2"/>
                </a:solidFill>
                <a:latin typeface="Arial"/>
              </a:rPr>
              <a:t>Третий уровень</a:t>
            </a:r>
            <a:endParaRPr b="0" lang="ru-RU" sz="24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3b4546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2"/>
                </a:solidFill>
                <a:latin typeface="Arial"/>
              </a:rPr>
              <a:t>Четвертый уровень</a:t>
            </a:r>
            <a:endParaRPr b="0" lang="ru-RU" sz="2000" spc="-1" strike="noStrike">
              <a:solidFill>
                <a:schemeClr val="dk2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3b4546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2"/>
                </a:solidFill>
                <a:latin typeface="Arial"/>
              </a:rPr>
              <a:t>Пятый уровень</a:t>
            </a:r>
            <a:endParaRPr b="0" lang="ru-RU" sz="20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</a:t>
            </a: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1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12"/>
          </p:nvPr>
        </p:nvSpPr>
        <p:spPr>
          <a:xfrm>
            <a:off x="411480" y="301680"/>
            <a:ext cx="1828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13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5785EF-3BFA-4A88-9700-F00B1949CA4E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3200" spc="-1" strike="noStrike" cap="all">
                <a:solidFill>
                  <a:schemeClr val="dk2"/>
                </a:solidFill>
                <a:latin typeface="Arial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2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chemeClr val="dk2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2"/>
                </a:solidFill>
                <a:latin typeface="Arial"/>
              </a:rPr>
              <a:t>Second Outline Level</a:t>
            </a:r>
            <a:endParaRPr b="0" lang="ru-RU" sz="3200" spc="-1" strike="noStrike">
              <a:solidFill>
                <a:schemeClr val="dk2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2"/>
                </a:solidFill>
                <a:latin typeface="Arial"/>
              </a:rPr>
              <a:t>Third Outline Level</a:t>
            </a:r>
            <a:endParaRPr b="0" lang="ru-RU" sz="3200" spc="-1" strike="noStrike">
              <a:solidFill>
                <a:schemeClr val="dk2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2"/>
                </a:solidFill>
                <a:latin typeface="Arial"/>
              </a:rPr>
              <a:t>Fourth Outline Level</a:t>
            </a:r>
            <a:endParaRPr b="0" lang="ru-RU" sz="3200" spc="-1" strike="noStrike">
              <a:solidFill>
                <a:schemeClr val="dk2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2"/>
                </a:solidFill>
                <a:latin typeface="Arial"/>
              </a:rPr>
              <a:t>Fifth Outline Level</a:t>
            </a:r>
            <a:endParaRPr b="0" lang="ru-RU" sz="3200" spc="-1" strike="noStrike">
              <a:solidFill>
                <a:schemeClr val="dk2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2"/>
                </a:solidFill>
                <a:latin typeface="Arial"/>
              </a:rPr>
              <a:t>Sixth Outline Level</a:t>
            </a:r>
            <a:endParaRPr b="0" lang="ru-RU" sz="3200" spc="-1" strike="noStrike">
              <a:solidFill>
                <a:schemeClr val="dk2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2"/>
                </a:solidFill>
                <a:latin typeface="Arial"/>
              </a:rPr>
              <a:t>Seventh Outline Level</a:t>
            </a:r>
            <a:endParaRPr b="0" lang="ru-RU" sz="3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1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15"/>
          </p:nvPr>
        </p:nvSpPr>
        <p:spPr>
          <a:xfrm>
            <a:off x="411480" y="301680"/>
            <a:ext cx="1828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16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53EAC7-384F-4E6E-BCC2-2BB04A389F2F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295000" y="1463040"/>
            <a:ext cx="7497720" cy="70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5000" spc="-1" strike="noStrike" cap="all">
                <a:solidFill>
                  <a:schemeClr val="dk2"/>
                </a:solidFill>
                <a:latin typeface="Arial"/>
              </a:rPr>
              <a:t>Образец заголовка</a:t>
            </a: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2322720" y="2953440"/>
            <a:ext cx="7470360" cy="329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Aft>
                <a:spcPts val="1500"/>
              </a:spcAft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ru-RU" sz="20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17"/>
          </p:nvPr>
        </p:nvSpPr>
        <p:spPr>
          <a:xfrm>
            <a:off x="411480" y="301680"/>
            <a:ext cx="1828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18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A86C37-588F-4B96-B354-A44344B9173B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58" name="Группа 6"/>
          <p:cNvGrpSpPr/>
          <p:nvPr/>
        </p:nvGrpSpPr>
        <p:grpSpPr>
          <a:xfrm>
            <a:off x="2400120" y="2535840"/>
            <a:ext cx="9801000" cy="720"/>
            <a:chOff x="2400120" y="2535840"/>
            <a:chExt cx="9801000" cy="720"/>
          </a:xfrm>
        </p:grpSpPr>
        <p:cxnSp>
          <p:nvCxnSpPr>
            <p:cNvPr id="59" name="Прямая соединительная линия 7"/>
            <p:cNvCxnSpPr/>
            <p:nvPr/>
          </p:nvCxnSpPr>
          <p:spPr>
            <a:xfrm>
              <a:off x="2400120" y="2535840"/>
              <a:ext cx="7391880" cy="360"/>
            </a:xfrm>
            <a:prstGeom prst="straightConnector1">
              <a:avLst/>
            </a:prstGeom>
            <a:ln w="57150">
              <a:solidFill>
                <a:srgbClr val="e7e6e6"/>
              </a:solidFill>
            </a:ln>
          </p:spPr>
        </p:cxnSp>
        <p:cxnSp>
          <p:nvCxnSpPr>
            <p:cNvPr id="60" name="Прямая соединительная линия 8"/>
            <p:cNvCxnSpPr/>
            <p:nvPr/>
          </p:nvCxnSpPr>
          <p:spPr>
            <a:xfrm>
              <a:off x="9789840" y="2536560"/>
              <a:ext cx="2411640" cy="360"/>
            </a:xfrm>
            <a:prstGeom prst="straightConnector1">
              <a:avLst/>
            </a:prstGeom>
            <a:ln w="57150">
              <a:solidFill>
                <a:srgbClr val="3b4546"/>
              </a:solidFill>
            </a:ln>
          </p:spPr>
        </p:cxn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056840" y="1709640"/>
            <a:ext cx="729000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6000" spc="-1" strike="noStrike" cap="all">
                <a:solidFill>
                  <a:schemeClr val="lt1"/>
                </a:solidFill>
                <a:latin typeface="Arial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056840" y="4589640"/>
            <a:ext cx="72900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2400" spc="-1" strike="noStrike">
              <a:solidFill>
                <a:schemeClr val="dk2"/>
              </a:solidFill>
              <a:latin typeface="Arial"/>
            </a:endParaRPr>
          </a:p>
        </p:txBody>
      </p:sp>
      <p:grpSp>
        <p:nvGrpSpPr>
          <p:cNvPr id="65" name="Группа 6"/>
          <p:cNvGrpSpPr/>
          <p:nvPr/>
        </p:nvGrpSpPr>
        <p:grpSpPr>
          <a:xfrm>
            <a:off x="3979440" y="5801400"/>
            <a:ext cx="8221680" cy="0"/>
            <a:chOff x="3979440" y="5801400"/>
            <a:chExt cx="8221680" cy="0"/>
          </a:xfrm>
        </p:grpSpPr>
        <p:cxnSp>
          <p:nvCxnSpPr>
            <p:cNvPr id="66" name="Прямая соединительная линия 7"/>
            <p:cNvCxnSpPr/>
            <p:nvPr/>
          </p:nvCxnSpPr>
          <p:spPr>
            <a:xfrm>
              <a:off x="3979440" y="5801400"/>
              <a:ext cx="6054480" cy="360"/>
            </a:xfrm>
            <a:prstGeom prst="straightConnector1">
              <a:avLst/>
            </a:prstGeom>
            <a:ln w="57150">
              <a:solidFill>
                <a:srgbClr val="ffffff"/>
              </a:solidFill>
            </a:ln>
          </p:spPr>
        </p:cxnSp>
        <p:cxnSp>
          <p:nvCxnSpPr>
            <p:cNvPr id="67" name="Прямая соединительная линия 8"/>
            <p:cNvCxnSpPr/>
            <p:nvPr/>
          </p:nvCxnSpPr>
          <p:spPr>
            <a:xfrm>
              <a:off x="10029240" y="5801400"/>
              <a:ext cx="2172240" cy="360"/>
            </a:xfrm>
            <a:prstGeom prst="straightConnector1">
              <a:avLst/>
            </a:prstGeom>
            <a:ln w="57150">
              <a:solidFill>
                <a:srgbClr val="be937e"/>
              </a:solidFill>
            </a:ln>
          </p:spPr>
        </p:cxn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ftr" idx="19"/>
          </p:nvPr>
        </p:nvSpPr>
        <p:spPr>
          <a:xfrm>
            <a:off x="411480" y="301680"/>
            <a:ext cx="1828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20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E2B2C0-2C4E-4215-B234-728385DD9490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Прямоугольник 5"/>
          <p:cNvSpPr/>
          <p:nvPr/>
        </p:nvSpPr>
        <p:spPr>
          <a:xfrm>
            <a:off x="0" y="722520"/>
            <a:ext cx="12191760" cy="54129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cxnSp>
        <p:nvCxnSpPr>
          <p:cNvPr id="71" name="Прямая соединительная линия 6"/>
          <p:cNvCxnSpPr/>
          <p:nvPr/>
        </p:nvCxnSpPr>
        <p:spPr>
          <a:xfrm>
            <a:off x="4267080" y="2523600"/>
            <a:ext cx="7925040" cy="1080"/>
          </a:xfrm>
          <a:prstGeom prst="straightConnector1">
            <a:avLst/>
          </a:prstGeom>
          <a:ln w="57150">
            <a:solidFill>
              <a:srgbClr val="be937e"/>
            </a:solidFill>
          </a:ln>
        </p:spPr>
      </p:cxnSp>
      <p:cxnSp>
        <p:nvCxnSpPr>
          <p:cNvPr id="72" name="Прямая соединительная линия 7"/>
          <p:cNvCxnSpPr/>
          <p:nvPr/>
        </p:nvCxnSpPr>
        <p:spPr>
          <a:xfrm>
            <a:off x="723240" y="2523600"/>
            <a:ext cx="3544200" cy="360"/>
          </a:xfrm>
          <a:prstGeom prst="straightConnector1">
            <a:avLst/>
          </a:prstGeom>
          <a:ln w="57150">
            <a:solidFill>
              <a:srgbClr val="ede9e6"/>
            </a:solidFill>
          </a:ln>
        </p:spPr>
      </p:cxnSp>
      <p:sp>
        <p:nvSpPr>
          <p:cNvPr id="73" name="PlaceHolder 3"/>
          <p:cNvSpPr>
            <a:spLocks noGrp="1"/>
          </p:cNvSpPr>
          <p:nvPr>
            <p:ph type="title"/>
          </p:nvPr>
        </p:nvSpPr>
        <p:spPr>
          <a:xfrm>
            <a:off x="603360" y="1463040"/>
            <a:ext cx="10515240" cy="57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5000" spc="-1" strike="noStrike" cap="all">
                <a:solidFill>
                  <a:schemeClr val="lt1"/>
                </a:solidFill>
                <a:latin typeface="Arial"/>
              </a:rPr>
              <a:t>Образец заголовка</a:t>
            </a: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49080" y="2971800"/>
            <a:ext cx="482760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lt1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36280" y="2971800"/>
            <a:ext cx="482760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lt1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65760" y="3401640"/>
            <a:ext cx="511128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lt1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8332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4" marL="2057400" indent="-28332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5943600" y="3401640"/>
            <a:ext cx="511128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lt1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8332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4" marL="2057400" indent="-28332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ftr" idx="21"/>
          </p:nvPr>
        </p:nvSpPr>
        <p:spPr>
          <a:xfrm>
            <a:off x="411480" y="301680"/>
            <a:ext cx="1828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22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73F9C6-A58F-4803-8F40-5535E65DC4F1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Прямоугольник 5"/>
          <p:cNvSpPr/>
          <p:nvPr/>
        </p:nvSpPr>
        <p:spPr>
          <a:xfrm>
            <a:off x="0" y="722520"/>
            <a:ext cx="12191760" cy="541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title"/>
          </p:nvPr>
        </p:nvSpPr>
        <p:spPr>
          <a:xfrm>
            <a:off x="603360" y="1463040"/>
            <a:ext cx="10515240" cy="57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5000" spc="-1" strike="noStrike" cap="all">
                <a:solidFill>
                  <a:schemeClr val="dk2"/>
                </a:solidFill>
                <a:latin typeface="Arial"/>
              </a:rPr>
              <a:t>Образец заголовка</a:t>
            </a: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649080" y="2971800"/>
            <a:ext cx="482760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236280" y="2971800"/>
            <a:ext cx="482760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365760" y="3401640"/>
            <a:ext cx="475452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4" marL="20574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Пятый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5943600" y="3401640"/>
            <a:ext cx="475452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4" marL="20574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Пятый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grpSp>
        <p:nvGrpSpPr>
          <p:cNvPr id="86" name="Группа 12"/>
          <p:cNvGrpSpPr/>
          <p:nvPr/>
        </p:nvGrpSpPr>
        <p:grpSpPr>
          <a:xfrm>
            <a:off x="726840" y="2521440"/>
            <a:ext cx="11480760" cy="0"/>
            <a:chOff x="726840" y="2521440"/>
            <a:chExt cx="11480760" cy="0"/>
          </a:xfrm>
        </p:grpSpPr>
        <p:cxnSp>
          <p:nvCxnSpPr>
            <p:cNvPr id="87" name="Прямая соединительная линия 15"/>
            <p:cNvCxnSpPr/>
            <p:nvPr/>
          </p:nvCxnSpPr>
          <p:spPr>
            <a:xfrm flipH="1">
              <a:off x="7452360" y="2521440"/>
              <a:ext cx="4755600" cy="360"/>
            </a:xfrm>
            <a:prstGeom prst="straightConnector1">
              <a:avLst/>
            </a:prstGeom>
            <a:ln w="57150">
              <a:solidFill>
                <a:srgbClr val="d0cdc5"/>
              </a:solidFill>
            </a:ln>
          </p:spPr>
        </p:cxnSp>
        <p:cxnSp>
          <p:nvCxnSpPr>
            <p:cNvPr id="88" name="Прямая соединительная линия 16"/>
            <p:cNvCxnSpPr/>
            <p:nvPr/>
          </p:nvCxnSpPr>
          <p:spPr>
            <a:xfrm flipH="1">
              <a:off x="726840" y="2521440"/>
              <a:ext cx="6742440" cy="360"/>
            </a:xfrm>
            <a:prstGeom prst="straightConnector1">
              <a:avLst/>
            </a:prstGeom>
            <a:ln w="57150">
              <a:solidFill>
                <a:srgbClr val="be937e"/>
              </a:solidFill>
            </a:ln>
          </p:spPr>
        </p:cxn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Прямоугольник 17"/>
          <p:cNvSpPr/>
          <p:nvPr/>
        </p:nvSpPr>
        <p:spPr>
          <a:xfrm>
            <a:off x="0" y="0"/>
            <a:ext cx="12191760" cy="30477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ftr" idx="23"/>
          </p:nvPr>
        </p:nvSpPr>
        <p:spPr>
          <a:xfrm>
            <a:off x="411480" y="301680"/>
            <a:ext cx="1828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accent5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accent5"/>
                </a:solidFill>
                <a:latin typeface="Arial"/>
              </a:rPr>
              <a:t>&lt;footer&gt;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ldNum" idx="24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accent5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8EA70C-678E-4DAA-8821-4214F37B72CA}" type="slidenum">
              <a:rPr b="0" lang="ru-RU" sz="1200" spc="-1" strike="noStrike">
                <a:solidFill>
                  <a:schemeClr val="accent5"/>
                </a:solidFill>
                <a:latin typeface="Arial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title"/>
          </p:nvPr>
        </p:nvSpPr>
        <p:spPr>
          <a:xfrm>
            <a:off x="603360" y="1463040"/>
            <a:ext cx="10515240" cy="57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5000" spc="-1" strike="noStrike" cap="all">
                <a:solidFill>
                  <a:schemeClr val="accent5"/>
                </a:solidFill>
                <a:latin typeface="Arial"/>
              </a:rPr>
              <a:t>Образец заголовка</a:t>
            </a: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49080" y="3483720"/>
            <a:ext cx="482760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body"/>
          </p:nvPr>
        </p:nvSpPr>
        <p:spPr>
          <a:xfrm>
            <a:off x="365760" y="3931920"/>
            <a:ext cx="475452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4" marL="20574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Пятый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body"/>
          </p:nvPr>
        </p:nvSpPr>
        <p:spPr>
          <a:xfrm>
            <a:off x="5943600" y="3931920"/>
            <a:ext cx="475452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4" marL="20574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Пятый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grpSp>
        <p:nvGrpSpPr>
          <p:cNvPr id="96" name="Группа 18"/>
          <p:cNvGrpSpPr/>
          <p:nvPr/>
        </p:nvGrpSpPr>
        <p:grpSpPr>
          <a:xfrm>
            <a:off x="11678400" y="1028520"/>
            <a:ext cx="0" cy="5829480"/>
            <a:chOff x="11678400" y="1028520"/>
            <a:chExt cx="0" cy="5829480"/>
          </a:xfrm>
        </p:grpSpPr>
        <p:cxnSp>
          <p:nvCxnSpPr>
            <p:cNvPr id="97" name="Прямая соединительная линия 19"/>
            <p:cNvCxnSpPr/>
            <p:nvPr/>
          </p:nvCxnSpPr>
          <p:spPr>
            <a:xfrm flipV="1">
              <a:off x="11678400" y="3047760"/>
              <a:ext cx="360" cy="3810600"/>
            </a:xfrm>
            <a:prstGeom prst="straightConnector1">
              <a:avLst/>
            </a:prstGeom>
            <a:ln w="44450">
              <a:solidFill>
                <a:srgbClr val="3b4546"/>
              </a:solidFill>
            </a:ln>
          </p:spPr>
        </p:cxnSp>
        <p:cxnSp>
          <p:nvCxnSpPr>
            <p:cNvPr id="98" name="Прямая соединительная линия 20"/>
            <p:cNvCxnSpPr/>
            <p:nvPr/>
          </p:nvCxnSpPr>
          <p:spPr>
            <a:xfrm flipV="1">
              <a:off x="11678400" y="1028520"/>
              <a:ext cx="360" cy="2019600"/>
            </a:xfrm>
            <a:prstGeom prst="straightConnector1">
              <a:avLst/>
            </a:prstGeom>
            <a:ln w="44450">
              <a:solidFill>
                <a:srgbClr val="ede9e6"/>
              </a:solidFill>
            </a:ln>
          </p:spPr>
        </p:cxn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Прямоугольник 17"/>
          <p:cNvSpPr/>
          <p:nvPr/>
        </p:nvSpPr>
        <p:spPr>
          <a:xfrm>
            <a:off x="8115480" y="0"/>
            <a:ext cx="407628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2"/>
              </a:solidFill>
              <a:latin typeface="Arial"/>
            </a:endParaRPr>
          </a:p>
        </p:txBody>
      </p:sp>
      <p:grpSp>
        <p:nvGrpSpPr>
          <p:cNvPr id="100" name="Группа 18"/>
          <p:cNvGrpSpPr/>
          <p:nvPr/>
        </p:nvGrpSpPr>
        <p:grpSpPr>
          <a:xfrm>
            <a:off x="6317640" y="4564800"/>
            <a:ext cx="5858280" cy="360"/>
            <a:chOff x="6317640" y="4564800"/>
            <a:chExt cx="5858280" cy="360"/>
          </a:xfrm>
        </p:grpSpPr>
        <p:cxnSp>
          <p:nvCxnSpPr>
            <p:cNvPr id="101" name="Прямая соединительная линия 19"/>
            <p:cNvCxnSpPr/>
            <p:nvPr/>
          </p:nvCxnSpPr>
          <p:spPr>
            <a:xfrm>
              <a:off x="6317640" y="4565160"/>
              <a:ext cx="1797840" cy="360"/>
            </a:xfrm>
            <a:prstGeom prst="straightConnector1">
              <a:avLst/>
            </a:prstGeom>
            <a:ln w="57150">
              <a:solidFill>
                <a:srgbClr val="3b4546"/>
              </a:solidFill>
            </a:ln>
          </p:spPr>
        </p:cxnSp>
        <p:cxnSp>
          <p:nvCxnSpPr>
            <p:cNvPr id="102" name="Прямая соединительная линия 20"/>
            <p:cNvCxnSpPr/>
            <p:nvPr/>
          </p:nvCxnSpPr>
          <p:spPr>
            <a:xfrm>
              <a:off x="8114760" y="4564800"/>
              <a:ext cx="4061520" cy="360"/>
            </a:xfrm>
            <a:prstGeom prst="straightConnector1">
              <a:avLst/>
            </a:prstGeom>
            <a:ln w="57150">
              <a:solidFill>
                <a:srgbClr val="ede9e6"/>
              </a:solidFill>
            </a:ln>
          </p:spPr>
        </p:cxnSp>
      </p:grpSp>
      <p:sp>
        <p:nvSpPr>
          <p:cNvPr id="103" name="PlaceHolder 1"/>
          <p:cNvSpPr>
            <a:spLocks noGrp="1"/>
          </p:cNvSpPr>
          <p:nvPr>
            <p:ph type="ftr" idx="25"/>
          </p:nvPr>
        </p:nvSpPr>
        <p:spPr>
          <a:xfrm>
            <a:off x="411480" y="301680"/>
            <a:ext cx="1828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ldNum" idx="26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10B509-3337-47CC-A2F5-8D7D7BA039BF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596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5000" spc="-1" strike="noStrike" cap="all">
                <a:solidFill>
                  <a:schemeClr val="dk2"/>
                </a:solidFill>
                <a:latin typeface="Arial"/>
              </a:rPr>
              <a:t>Образец заголовка</a:t>
            </a: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631080" y="1252800"/>
            <a:ext cx="482760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body"/>
          </p:nvPr>
        </p:nvSpPr>
        <p:spPr>
          <a:xfrm>
            <a:off x="631080" y="3584520"/>
            <a:ext cx="482760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Щелкните, чтобы изменить стили </a:t>
            </a: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08" name="PlaceHolder 6"/>
          <p:cNvSpPr>
            <a:spLocks noGrp="1"/>
          </p:cNvSpPr>
          <p:nvPr>
            <p:ph type="body"/>
          </p:nvPr>
        </p:nvSpPr>
        <p:spPr>
          <a:xfrm>
            <a:off x="365760" y="1792080"/>
            <a:ext cx="475452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</a:t>
            </a: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09" name="PlaceHolder 7"/>
          <p:cNvSpPr>
            <a:spLocks noGrp="1"/>
          </p:cNvSpPr>
          <p:nvPr>
            <p:ph type="body"/>
          </p:nvPr>
        </p:nvSpPr>
        <p:spPr>
          <a:xfrm>
            <a:off x="365760" y="4123800"/>
            <a:ext cx="4754520" cy="94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10" name="PlaceHolder 8"/>
          <p:cNvSpPr>
            <a:spLocks noGrp="1"/>
          </p:cNvSpPr>
          <p:nvPr>
            <p:ph type="body"/>
          </p:nvPr>
        </p:nvSpPr>
        <p:spPr>
          <a:xfrm>
            <a:off x="631080" y="5065920"/>
            <a:ext cx="482760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11" name="PlaceHolder 9"/>
          <p:cNvSpPr>
            <a:spLocks noGrp="1"/>
          </p:cNvSpPr>
          <p:nvPr>
            <p:ph type="body"/>
          </p:nvPr>
        </p:nvSpPr>
        <p:spPr>
          <a:xfrm>
            <a:off x="365760" y="5605200"/>
            <a:ext cx="475452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Прямоугольник 15"/>
          <p:cNvSpPr/>
          <p:nvPr/>
        </p:nvSpPr>
        <p:spPr>
          <a:xfrm>
            <a:off x="-12600" y="720"/>
            <a:ext cx="3060360" cy="68569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ftr" idx="27"/>
          </p:nvPr>
        </p:nvSpPr>
        <p:spPr>
          <a:xfrm>
            <a:off x="411480" y="301680"/>
            <a:ext cx="1828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ldNum" idx="28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8FEB8F-8470-4ED4-B4C0-D437E01FC149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title"/>
          </p:nvPr>
        </p:nvSpPr>
        <p:spPr>
          <a:xfrm>
            <a:off x="667440" y="1398960"/>
            <a:ext cx="484596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5000" spc="-1" strike="noStrike" cap="all">
                <a:solidFill>
                  <a:schemeClr val="dk2"/>
                </a:solidFill>
                <a:latin typeface="Arial"/>
              </a:rPr>
              <a:t>Образец заголовка</a:t>
            </a: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6245280" y="1252800"/>
            <a:ext cx="482760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body"/>
          </p:nvPr>
        </p:nvSpPr>
        <p:spPr>
          <a:xfrm>
            <a:off x="6245280" y="3502080"/>
            <a:ext cx="482760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Щелкните, чтобы изменить стили </a:t>
            </a: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 type="body"/>
          </p:nvPr>
        </p:nvSpPr>
        <p:spPr>
          <a:xfrm>
            <a:off x="5989320" y="1792080"/>
            <a:ext cx="475452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</a:t>
            </a: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 type="body"/>
          </p:nvPr>
        </p:nvSpPr>
        <p:spPr>
          <a:xfrm>
            <a:off x="5989320" y="3940920"/>
            <a:ext cx="475452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2"/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grpSp>
        <p:nvGrpSpPr>
          <p:cNvPr id="120" name="Группа 16"/>
          <p:cNvGrpSpPr/>
          <p:nvPr/>
        </p:nvGrpSpPr>
        <p:grpSpPr>
          <a:xfrm>
            <a:off x="-11880" y="3044880"/>
            <a:ext cx="4278960" cy="360"/>
            <a:chOff x="-11880" y="3044880"/>
            <a:chExt cx="4278960" cy="360"/>
          </a:xfrm>
        </p:grpSpPr>
        <p:cxnSp>
          <p:nvCxnSpPr>
            <p:cNvPr id="121" name="Прямая соединительная линия 23"/>
            <p:cNvCxnSpPr/>
            <p:nvPr/>
          </p:nvCxnSpPr>
          <p:spPr>
            <a:xfrm>
              <a:off x="-11880" y="3044880"/>
              <a:ext cx="3060720" cy="360"/>
            </a:xfrm>
            <a:prstGeom prst="straightConnector1">
              <a:avLst/>
            </a:prstGeom>
            <a:ln w="57150">
              <a:solidFill>
                <a:srgbClr val="ede9e6"/>
              </a:solidFill>
            </a:ln>
          </p:spPr>
        </p:cxnSp>
        <p:cxnSp>
          <p:nvCxnSpPr>
            <p:cNvPr id="122" name="Прямая соединительная линия 24"/>
            <p:cNvCxnSpPr/>
            <p:nvPr/>
          </p:nvCxnSpPr>
          <p:spPr>
            <a:xfrm flipV="1">
              <a:off x="3050280" y="3044880"/>
              <a:ext cx="1217160" cy="720"/>
            </a:xfrm>
            <a:prstGeom prst="straightConnector1">
              <a:avLst/>
            </a:prstGeom>
            <a:ln w="57150">
              <a:solidFill>
                <a:srgbClr val="3b4546"/>
              </a:solidFill>
            </a:ln>
          </p:spPr>
        </p:cxn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Прямоугольник 15"/>
          <p:cNvSpPr/>
          <p:nvPr/>
        </p:nvSpPr>
        <p:spPr>
          <a:xfrm>
            <a:off x="3962520" y="720"/>
            <a:ext cx="8271360" cy="6856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ftr" idx="29"/>
          </p:nvPr>
        </p:nvSpPr>
        <p:spPr>
          <a:xfrm>
            <a:off x="411480" y="301680"/>
            <a:ext cx="1828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ldNum" idx="30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BFDB46-2724-40A0-9C9C-EBCE5F5E7958}" type="slidenum">
              <a:rPr b="0" lang="ru-RU" sz="1200" spc="-1" strike="noStrike">
                <a:solidFill>
                  <a:schemeClr val="lt1"/>
                </a:solidFill>
                <a:latin typeface="Arial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title"/>
          </p:nvPr>
        </p:nvSpPr>
        <p:spPr>
          <a:xfrm>
            <a:off x="667440" y="1398960"/>
            <a:ext cx="484596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5000" spc="-1" strike="noStrike" cap="all">
                <a:solidFill>
                  <a:schemeClr val="accent4"/>
                </a:solidFill>
                <a:latin typeface="Arial"/>
              </a:rPr>
              <a:t>Образец заголовка</a:t>
            </a: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6245280" y="1353240"/>
            <a:ext cx="482760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accent5"/>
                </a:solidFill>
                <a:latin typeface="Arial"/>
              </a:rPr>
              <a:t>Щелкните, чтобы изменить стили </a:t>
            </a:r>
            <a:r>
              <a:rPr b="1" lang="ru-RU" sz="2200" spc="-1" strike="noStrike">
                <a:solidFill>
                  <a:schemeClr val="accent5"/>
                </a:solidFill>
                <a:latin typeface="Arial"/>
              </a:rPr>
              <a:t>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body"/>
          </p:nvPr>
        </p:nvSpPr>
        <p:spPr>
          <a:xfrm>
            <a:off x="6245280" y="3502080"/>
            <a:ext cx="482760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accent5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29" name="PlaceHolder 6"/>
          <p:cNvSpPr>
            <a:spLocks noGrp="1"/>
          </p:cNvSpPr>
          <p:nvPr>
            <p:ph type="body"/>
          </p:nvPr>
        </p:nvSpPr>
        <p:spPr>
          <a:xfrm>
            <a:off x="5970960" y="1792080"/>
            <a:ext cx="475452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ede9e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accent5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ede9e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accent5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ede9e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accent5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83320" defTabSz="914400">
              <a:lnSpc>
                <a:spcPct val="150000"/>
              </a:lnSpc>
              <a:buClr>
                <a:srgbClr val="ede9e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accent5"/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30" name="PlaceHolder 7"/>
          <p:cNvSpPr>
            <a:spLocks noGrp="1"/>
          </p:cNvSpPr>
          <p:nvPr>
            <p:ph type="body"/>
          </p:nvPr>
        </p:nvSpPr>
        <p:spPr>
          <a:xfrm>
            <a:off x="5970960" y="3940920"/>
            <a:ext cx="475452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ede9e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accent5"/>
                </a:solidFill>
                <a:latin typeface="Arial"/>
              </a:rPr>
              <a:t>Щелкните, чтобы изменить стили текста образца слайда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1" marL="685800" indent="-283320" defTabSz="914400">
              <a:lnSpc>
                <a:spcPct val="150000"/>
              </a:lnSpc>
              <a:buClr>
                <a:srgbClr val="ede9e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accent5"/>
                </a:solidFill>
                <a:latin typeface="Arial"/>
              </a:rPr>
              <a:t>Второй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2" marL="1143000" indent="-283320" defTabSz="914400">
              <a:lnSpc>
                <a:spcPct val="150000"/>
              </a:lnSpc>
              <a:buClr>
                <a:srgbClr val="ede9e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accent5"/>
                </a:solidFill>
                <a:latin typeface="Arial"/>
              </a:rPr>
              <a:t>Третий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lvl="3" marL="1600200" indent="-283320" defTabSz="914400">
              <a:lnSpc>
                <a:spcPct val="150000"/>
              </a:lnSpc>
              <a:buClr>
                <a:srgbClr val="ede9e6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accent5"/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grpSp>
        <p:nvGrpSpPr>
          <p:cNvPr id="131" name="Группа 16"/>
          <p:cNvGrpSpPr/>
          <p:nvPr/>
        </p:nvGrpSpPr>
        <p:grpSpPr>
          <a:xfrm>
            <a:off x="-28080" y="2514600"/>
            <a:ext cx="5666400" cy="0"/>
            <a:chOff x="-28080" y="2514600"/>
            <a:chExt cx="5666400" cy="0"/>
          </a:xfrm>
        </p:grpSpPr>
        <p:cxnSp>
          <p:nvCxnSpPr>
            <p:cNvPr id="132" name="Прямая соединительная линия 23"/>
            <p:cNvCxnSpPr/>
            <p:nvPr/>
          </p:nvCxnSpPr>
          <p:spPr>
            <a:xfrm>
              <a:off x="-28080" y="2514600"/>
              <a:ext cx="3991320" cy="360"/>
            </a:xfrm>
            <a:prstGeom prst="straightConnector1">
              <a:avLst/>
            </a:prstGeom>
            <a:ln w="57150">
              <a:solidFill>
                <a:srgbClr val="be937e"/>
              </a:solidFill>
            </a:ln>
          </p:spPr>
        </p:cxnSp>
        <p:cxnSp>
          <p:nvCxnSpPr>
            <p:cNvPr id="133" name="Прямая соединительная линия 24"/>
            <p:cNvCxnSpPr/>
            <p:nvPr/>
          </p:nvCxnSpPr>
          <p:spPr>
            <a:xfrm>
              <a:off x="3961800" y="2514600"/>
              <a:ext cx="1676880" cy="360"/>
            </a:xfrm>
            <a:prstGeom prst="straightConnector1">
              <a:avLst/>
            </a:prstGeom>
            <a:ln w="57150">
              <a:solidFill>
                <a:srgbClr val="ede9e6"/>
              </a:solidFill>
            </a:ln>
          </p:spPr>
        </p:cxn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2267640" y="1408320"/>
            <a:ext cx="73292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5555"/>
          </a:bodyPr>
          <a:p>
            <a:pPr indent="0" defTabSz="914400">
              <a:lnSpc>
                <a:spcPct val="8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7200" spc="-1" strike="noStrike" cap="all">
                <a:solidFill>
                  <a:schemeClr val="lt1"/>
                </a:solidFill>
                <a:latin typeface="Arial"/>
              </a:rPr>
              <a:t>Тайм-менеджмент: Искусство управления временем</a:t>
            </a:r>
            <a:endParaRPr b="0" lang="ru-RU" sz="7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ubTitle"/>
          </p:nvPr>
        </p:nvSpPr>
        <p:spPr>
          <a:xfrm>
            <a:off x="3867840" y="5047560"/>
            <a:ext cx="548604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Arial"/>
              </a:rPr>
              <a:t>ИЦТМС 2-1 Капытин А. И.</a:t>
            </a:r>
            <a:endParaRPr b="0" lang="ru-RU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2295000" y="1096200"/>
            <a:ext cx="8756640" cy="70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5000" spc="-1" strike="noStrike" cap="all">
                <a:solidFill>
                  <a:schemeClr val="dk2"/>
                </a:solidFill>
                <a:latin typeface="Arial"/>
              </a:rPr>
              <a:t>Что такое тайм - менеджмент?</a:t>
            </a: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ftr" idx="34"/>
          </p:nvPr>
        </p:nvSpPr>
        <p:spPr>
          <a:xfrm>
            <a:off x="411480" y="301680"/>
            <a:ext cx="23155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defRPr b="0" lang="ru-RU" sz="14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1400" spc="-1" strike="noStrike">
                <a:solidFill>
                  <a:schemeClr val="dk2"/>
                </a:solidFill>
                <a:latin typeface="Arial"/>
              </a:rPr>
              <a:t>Введение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35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BC2049-E613-44E1-9942-D3E18F264B8C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/>
          </p:nvPr>
        </p:nvSpPr>
        <p:spPr>
          <a:xfrm>
            <a:off x="2322720" y="2953440"/>
            <a:ext cx="7470360" cy="329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Aft>
                <a:spcPts val="1500"/>
              </a:spcAft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Управление временем для повышения продуктивности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1500"/>
              </a:spcAft>
              <a:buNone/>
              <a:tabLst>
                <a:tab algn="l" pos="0"/>
              </a:tabLst>
            </a:pPr>
            <a:endParaRPr b="0" lang="ru-RU" sz="2200" spc="-1" strike="noStrike">
              <a:solidFill>
                <a:schemeClr val="dk2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1500"/>
              </a:spcAft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2"/>
                </a:solidFill>
                <a:latin typeface="Arial"/>
              </a:rPr>
              <a:t>Снижение стресса и достижение баланса между работой и личной жизнью</a:t>
            </a:r>
            <a:endParaRPr b="0" lang="ru-RU" sz="2200" spc="-1" strike="noStrike">
              <a:solidFill>
                <a:schemeClr val="dk2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1500"/>
              </a:spcAft>
              <a:buNone/>
              <a:tabLst>
                <a:tab algn="l" pos="0"/>
              </a:tabLst>
            </a:pPr>
            <a:endParaRPr b="0" lang="ru-RU" sz="2200" spc="-1" strike="noStrike">
              <a:solidFill>
                <a:schemeClr val="dk2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1500"/>
              </a:spcAft>
              <a:buNone/>
              <a:tabLst>
                <a:tab algn="l" pos="0"/>
              </a:tabLst>
            </a:pPr>
            <a:endParaRPr b="0" lang="ru-RU" sz="2200" spc="-1" strike="noStrike">
              <a:solidFill>
                <a:schemeClr val="dk2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40000" y="1765080"/>
            <a:ext cx="10515240" cy="57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5000" spc="-1" strike="noStrike" cap="all">
                <a:solidFill>
                  <a:schemeClr val="dk2"/>
                </a:solidFill>
                <a:latin typeface="Arial"/>
                <a:ea typeface="Noto Serif CJK SC"/>
              </a:rPr>
              <a:t>Основные Принципы</a:t>
            </a: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ftr" idx="36"/>
          </p:nvPr>
        </p:nvSpPr>
        <p:spPr>
          <a:xfrm>
            <a:off x="411480" y="301680"/>
            <a:ext cx="28285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chemeClr val="dk2"/>
                </a:solidFill>
                <a:latin typeface="Arial"/>
              </a:rPr>
              <a:t>Принципы </a:t>
            </a:r>
            <a:r>
              <a:rPr b="0" lang="ru-RU" sz="1400" spc="-1" strike="noStrike">
                <a:solidFill>
                  <a:schemeClr val="dk2"/>
                </a:solidFill>
                <a:latin typeface="Arial"/>
                <a:ea typeface="Noto Serif CJK SC"/>
              </a:rPr>
              <a:t>тайм-менеджмента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49080" y="3462120"/>
            <a:ext cx="4930920" cy="157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2"/>
                </a:solidFill>
                <a:latin typeface="Arial"/>
              </a:rPr>
              <a:t>Постановка целей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  <a:p>
            <a:pPr marL="283320" indent="0" defTabSz="914400">
              <a:lnSpc>
                <a:spcPct val="150000"/>
              </a:lnSpc>
              <a:buNone/>
            </a:pP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2"/>
                </a:solidFill>
                <a:latin typeface="Arial"/>
              </a:rPr>
              <a:t>Приоритизация задач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sldNum" idx="37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D363B6-518E-47D3-85AE-23967D86CC08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Текст 1"/>
          <p:cNvSpPr txBox="1"/>
          <p:nvPr/>
        </p:nvSpPr>
        <p:spPr>
          <a:xfrm>
            <a:off x="5580000" y="3462120"/>
            <a:ext cx="6300000" cy="2477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2"/>
                </a:solidFill>
                <a:latin typeface="Arial"/>
              </a:rPr>
              <a:t>Планирование и организация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endParaRPr b="0" lang="ru-RU" sz="16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2"/>
                </a:solidFill>
                <a:latin typeface="Arial"/>
              </a:rPr>
              <a:t>Управление отвлекающими факторами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54040" y="2160000"/>
            <a:ext cx="4845960" cy="92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ru-RU" sz="5000" spc="-1" strike="noStrike" cap="all">
                <a:solidFill>
                  <a:schemeClr val="dk2"/>
                </a:solidFill>
                <a:latin typeface="Arial"/>
              </a:rPr>
              <a:t>SMART-цели:</a:t>
            </a:r>
            <a:br>
              <a:rPr sz="5000"/>
            </a:b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ftr" idx="38"/>
          </p:nvPr>
        </p:nvSpPr>
        <p:spPr>
          <a:xfrm>
            <a:off x="411480" y="301680"/>
            <a:ext cx="21247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2"/>
                </a:solidFill>
                <a:latin typeface="Arial"/>
                <a:ea typeface="Noto Serif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chemeClr val="dk2"/>
                </a:solidFill>
                <a:latin typeface="Arial"/>
                <a:ea typeface="Noto Serif CJK SC"/>
              </a:rPr>
              <a:t>Постановка целей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7200000" y="1197720"/>
            <a:ext cx="4754520" cy="43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3600" spc="-1" strike="noStrike">
                <a:solidFill>
                  <a:schemeClr val="dk2"/>
                </a:solidFill>
                <a:latin typeface="Arial"/>
              </a:rPr>
              <a:t>Конкретные</a:t>
            </a:r>
            <a:endParaRPr b="0" lang="ru-RU" sz="36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3600" spc="-1" strike="noStrike">
                <a:solidFill>
                  <a:schemeClr val="dk2"/>
                </a:solidFill>
                <a:latin typeface="Arial"/>
              </a:rPr>
              <a:t>Измеримые</a:t>
            </a:r>
            <a:endParaRPr b="0" lang="ru-RU" sz="36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3600" spc="-1" strike="noStrike">
                <a:solidFill>
                  <a:schemeClr val="dk2"/>
                </a:solidFill>
                <a:latin typeface="Arial"/>
              </a:rPr>
              <a:t>Достижимые</a:t>
            </a:r>
            <a:endParaRPr b="0" lang="ru-RU" sz="36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3600" spc="-1" strike="noStrike">
                <a:solidFill>
                  <a:schemeClr val="dk2"/>
                </a:solidFill>
                <a:latin typeface="Arial"/>
              </a:rPr>
              <a:t>Актуальные</a:t>
            </a:r>
            <a:endParaRPr b="0" lang="ru-RU" sz="36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3600" spc="-1" strike="noStrike">
                <a:solidFill>
                  <a:schemeClr val="dk2"/>
                </a:solidFill>
                <a:latin typeface="Arial"/>
              </a:rPr>
              <a:t>Временные</a:t>
            </a:r>
            <a:endParaRPr b="0" lang="ru-RU" sz="36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ldNum" idx="39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3456B7-47EA-4040-8F7C-84728686AD29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3360" y="1463040"/>
            <a:ext cx="10515240" cy="57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ru-RU" sz="5000" spc="-1" strike="noStrike" cap="all">
                <a:solidFill>
                  <a:schemeClr val="accent5"/>
                </a:solidFill>
                <a:latin typeface="Arial"/>
              </a:rPr>
              <a:t>Матрица Эйзенхауэра</a:t>
            </a:r>
            <a:br>
              <a:rPr sz="5000"/>
            </a:b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ftr" idx="40"/>
          </p:nvPr>
        </p:nvSpPr>
        <p:spPr>
          <a:xfrm>
            <a:off x="411480" y="301680"/>
            <a:ext cx="2410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accent5"/>
                </a:solidFill>
                <a:latin typeface="Arial"/>
                <a:ea typeface="Noto Serif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chemeClr val="accent5"/>
                </a:solidFill>
                <a:latin typeface="Arial"/>
                <a:ea typeface="Noto Serif CJK SC"/>
              </a:rPr>
              <a:t>Приоритизация задач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365760" y="3600000"/>
            <a:ext cx="4754520" cy="21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2"/>
                </a:solidFill>
                <a:latin typeface="Arial"/>
              </a:rPr>
              <a:t>Важные и срочные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  <a:p>
            <a:pPr marL="283320" indent="0" defTabSz="914400">
              <a:lnSpc>
                <a:spcPct val="150000"/>
              </a:lnSpc>
              <a:buNone/>
            </a:pPr>
            <a:endParaRPr b="0" lang="ru-RU" sz="28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2"/>
                </a:solidFill>
                <a:latin typeface="Arial"/>
              </a:rPr>
              <a:t>Важные, но не срочные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sldNum" idx="41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accent5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D277BE-CC4E-4858-8932-C34A6F7F1A18}" type="slidenum">
              <a:rPr b="0" lang="ru-RU" sz="1200" spc="-1" strike="noStrike">
                <a:solidFill>
                  <a:schemeClr val="accent5"/>
                </a:solidFill>
                <a:latin typeface="Arial"/>
              </a:rPr>
              <a:t>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Текст 10"/>
          <p:cNvSpPr txBox="1"/>
          <p:nvPr/>
        </p:nvSpPr>
        <p:spPr>
          <a:xfrm>
            <a:off x="6585480" y="3600000"/>
            <a:ext cx="4754520" cy="216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2"/>
                </a:solidFill>
                <a:latin typeface="Arial"/>
              </a:rPr>
              <a:t>Срочные, но не важные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endParaRPr b="0" lang="ru-RU" sz="28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2"/>
                </a:solidFill>
                <a:latin typeface="Arial"/>
              </a:rPr>
              <a:t>Не срочные и не важные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endParaRPr b="0" lang="ru-RU" sz="2800" spc="-1" strike="noStrike">
              <a:solidFill>
                <a:schemeClr val="dk2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2295000" y="1463040"/>
            <a:ext cx="8184240" cy="70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5000" spc="-1" strike="noStrike" cap="all">
                <a:solidFill>
                  <a:schemeClr val="dk2"/>
                </a:solidFill>
                <a:latin typeface="Arial"/>
              </a:rPr>
              <a:t>Методы</a:t>
            </a: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ftr" idx="42"/>
          </p:nvPr>
        </p:nvSpPr>
        <p:spPr>
          <a:xfrm>
            <a:off x="411480" y="301680"/>
            <a:ext cx="26485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2"/>
                </a:solidFill>
                <a:latin typeface="Arial"/>
                <a:ea typeface="Noto Serif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chemeClr val="dk2"/>
                </a:solidFill>
                <a:latin typeface="Arial"/>
                <a:ea typeface="Noto Serif CJK SC"/>
              </a:rPr>
              <a:t>Планирование и организация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540000" y="3401640"/>
            <a:ext cx="11520000" cy="2178360"/>
          </a:xfrm>
          <a:prstGeom prst="rect">
            <a:avLst/>
          </a:prstGeom>
          <a:noFill/>
          <a:ln w="0">
            <a:noFill/>
          </a:ln>
        </p:spPr>
        <p:txBody>
          <a:bodyPr numCol="2" spcCol="91440"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600" spc="-1" strike="noStrike">
                <a:solidFill>
                  <a:schemeClr val="dk2"/>
                </a:solidFill>
                <a:latin typeface="Arial"/>
              </a:rPr>
              <a:t>Календарное планирование</a:t>
            </a:r>
            <a:endParaRPr b="0" lang="ru-RU" sz="2600" spc="-1" strike="noStrike">
              <a:solidFill>
                <a:schemeClr val="dk2"/>
              </a:solidFill>
              <a:latin typeface="Arial"/>
            </a:endParaRPr>
          </a:p>
          <a:p>
            <a:pPr marL="283320" indent="0" defTabSz="914400">
              <a:lnSpc>
                <a:spcPct val="150000"/>
              </a:lnSpc>
              <a:buNone/>
            </a:pPr>
            <a:endParaRPr b="0" lang="ru-RU" sz="26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600" spc="-1" strike="noStrike">
                <a:solidFill>
                  <a:schemeClr val="dk2"/>
                </a:solidFill>
                <a:latin typeface="Arial"/>
              </a:rPr>
              <a:t>Списки задач</a:t>
            </a:r>
            <a:endParaRPr b="0" lang="ru-RU" sz="26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600" spc="-1" strike="noStrike">
                <a:solidFill>
                  <a:schemeClr val="dk2"/>
                </a:solidFill>
                <a:latin typeface="Arial"/>
              </a:rPr>
              <a:t>Дневное и недельное планирование</a:t>
            </a:r>
            <a:endParaRPr b="0" lang="ru-RU" sz="2600" spc="-1" strike="noStrike">
              <a:solidFill>
                <a:schemeClr val="dk2"/>
              </a:solidFill>
              <a:latin typeface="Arial"/>
            </a:endParaRPr>
          </a:p>
          <a:p>
            <a:pPr marL="283320" indent="0" defTabSz="914400">
              <a:lnSpc>
                <a:spcPct val="150000"/>
              </a:lnSpc>
              <a:buNone/>
            </a:pP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sldNum" idx="43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3A486A-F837-45F1-828A-53148F6AF1B7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94040" y="1557720"/>
            <a:ext cx="484596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5000" spc="-1" strike="noStrike" cap="all">
                <a:solidFill>
                  <a:schemeClr val="accent4"/>
                </a:solidFill>
                <a:latin typeface="Arial"/>
              </a:rPr>
              <a:t>Подходы</a:t>
            </a: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ftr" idx="44"/>
          </p:nvPr>
        </p:nvSpPr>
        <p:spPr>
          <a:xfrm>
            <a:off x="411480" y="301680"/>
            <a:ext cx="35485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2"/>
                </a:solidFill>
                <a:latin typeface="Arial"/>
                <a:ea typeface="Noto Serif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chemeClr val="dk2"/>
                </a:solidFill>
                <a:latin typeface="Arial"/>
                <a:ea typeface="Noto Serif CJK SC"/>
              </a:rPr>
              <a:t>Управление отвлекающими факторами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6045480" y="1080000"/>
            <a:ext cx="4754520" cy="468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ede9e6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accent5"/>
                </a:solidFill>
                <a:latin typeface="Arial"/>
              </a:rPr>
              <a:t>Создание комфортного рабочего пространства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  <a:p>
            <a:pPr marL="283320" indent="0" defTabSz="914400">
              <a:lnSpc>
                <a:spcPct val="150000"/>
              </a:lnSpc>
              <a:buNone/>
            </a:pPr>
            <a:endParaRPr b="0" lang="ru-RU" sz="28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ede9e6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accent5"/>
                </a:solidFill>
                <a:latin typeface="Arial"/>
              </a:rPr>
              <a:t>Ограничение времени на электронные средства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  <a:p>
            <a:pPr marL="283320" indent="0" defTabSz="914400">
              <a:lnSpc>
                <a:spcPct val="150000"/>
              </a:lnSpc>
              <a:buNone/>
            </a:pPr>
            <a:endParaRPr b="0" lang="ru-RU" sz="28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ede9e6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accent5"/>
                </a:solidFill>
                <a:latin typeface="Arial"/>
              </a:rPr>
              <a:t>Техники концентрации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sldNum" idx="45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601CAB-7699-4B56-B80F-6F737CE2F5AE}" type="slidenum">
              <a:rPr b="0" lang="ru-RU" sz="1200" spc="-1" strike="noStrike">
                <a:solidFill>
                  <a:schemeClr val="lt1"/>
                </a:solidFill>
                <a:latin typeface="Arial"/>
              </a:rPr>
              <a:t>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3360" y="1463040"/>
            <a:ext cx="10871280" cy="70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ru-RU" sz="5000" spc="-1" strike="noStrike" cap="all">
                <a:solidFill>
                  <a:schemeClr val="dk2"/>
                </a:solidFill>
                <a:latin typeface="Arial"/>
              </a:rPr>
              <a:t>Метод Pomodoro</a:t>
            </a:r>
            <a:br>
              <a:rPr sz="5000"/>
            </a:b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ftr" idx="46"/>
          </p:nvPr>
        </p:nvSpPr>
        <p:spPr>
          <a:xfrm>
            <a:off x="411480" y="301680"/>
            <a:ext cx="24685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2"/>
                </a:solidFill>
                <a:latin typeface="Arial"/>
                <a:ea typeface="Noto Serif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chemeClr val="dk2"/>
                </a:solidFill>
                <a:latin typeface="Arial"/>
                <a:ea typeface="Noto Serif CJK SC"/>
              </a:rPr>
              <a:t>Методы тайм-менеджмента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47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5B25C2-028B-4CC1-96BB-D8A8B1327C52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360000" y="3237120"/>
            <a:ext cx="3954240" cy="1442880"/>
          </a:xfrm>
          <a:prstGeom prst="rect">
            <a:avLst/>
          </a:prstGeom>
          <a:noFill/>
          <a:ln w="0">
            <a:noFill/>
          </a:ln>
        </p:spPr>
        <p:txBody>
          <a:bodyPr numCol="1" spcCol="91440" lIns="91440" rIns="91440" tIns="45720" bIns="45720" anchor="t">
            <a:noAutofit/>
          </a:bodyPr>
          <a:p>
            <a:pPr marL="343080" indent="-34308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2"/>
                </a:solidFill>
                <a:latin typeface="Arial"/>
              </a:rPr>
              <a:t>Интервалы работы (25 минут)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72" name="Текст 7"/>
          <p:cNvSpPr txBox="1"/>
          <p:nvPr/>
        </p:nvSpPr>
        <p:spPr>
          <a:xfrm>
            <a:off x="4140000" y="4682880"/>
            <a:ext cx="3954240" cy="1442880"/>
          </a:xfrm>
          <a:prstGeom prst="rect">
            <a:avLst/>
          </a:prstGeom>
          <a:noFill/>
          <a:ln w="0">
            <a:noFill/>
          </a:ln>
        </p:spPr>
        <p:txBody>
          <a:bodyPr numCol="1" spcCol="91440" anchor="t">
            <a:noAutofit/>
          </a:bodyPr>
          <a:p>
            <a:pPr marL="343080" indent="-34308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2"/>
                </a:solidFill>
                <a:latin typeface="Arial"/>
              </a:rPr>
              <a:t>Короткие перерывы (5 минут)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73" name="Текст 8"/>
          <p:cNvSpPr txBox="1"/>
          <p:nvPr/>
        </p:nvSpPr>
        <p:spPr>
          <a:xfrm>
            <a:off x="7925760" y="3240000"/>
            <a:ext cx="3954240" cy="1442880"/>
          </a:xfrm>
          <a:prstGeom prst="rect">
            <a:avLst/>
          </a:prstGeom>
          <a:noFill/>
          <a:ln w="0">
            <a:noFill/>
          </a:ln>
        </p:spPr>
        <p:txBody>
          <a:bodyPr numCol="1" spcCol="91440" anchor="t">
            <a:noAutofit/>
          </a:bodyPr>
          <a:p>
            <a:pPr marL="343080" indent="-34308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2"/>
                </a:solidFill>
                <a:latin typeface="Arial"/>
              </a:rPr>
              <a:t>Длинные перерывы после 4 интервалов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03360" y="1585080"/>
            <a:ext cx="11096640" cy="57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5000" spc="-1" strike="noStrike" cap="all">
                <a:solidFill>
                  <a:schemeClr val="lt1"/>
                </a:solidFill>
                <a:latin typeface="Arial"/>
              </a:rPr>
              <a:t>Фокус на ключевых задачах:</a:t>
            </a: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48"/>
          </p:nvPr>
        </p:nvSpPr>
        <p:spPr>
          <a:xfrm>
            <a:off x="411480" y="301680"/>
            <a:ext cx="22885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2"/>
                </a:solidFill>
                <a:latin typeface="Arial"/>
                <a:ea typeface="Noto Serif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chemeClr val="dk2"/>
                </a:solidFill>
                <a:latin typeface="Arial"/>
                <a:ea typeface="Noto Serif CJK SC"/>
              </a:rPr>
              <a:t>Принцип Парето (80/20)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49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638DC1-37B7-4026-A2FC-5E1D4DB05F91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/>
          </p:nvPr>
        </p:nvSpPr>
        <p:spPr>
          <a:xfrm>
            <a:off x="1080000" y="2880000"/>
            <a:ext cx="5870160" cy="108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80% результатов от 20% усилий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</a:pP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78" name="Текст 2"/>
          <p:cNvSpPr txBox="1"/>
          <p:nvPr/>
        </p:nvSpPr>
        <p:spPr>
          <a:xfrm>
            <a:off x="5220000" y="3960000"/>
            <a:ext cx="5870160" cy="162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Определение приоритетных задач</a:t>
            </a:r>
            <a:endParaRPr b="0" lang="ru-RU" sz="2800" spc="-1" strike="noStrike">
              <a:solidFill>
                <a:schemeClr val="dk2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ru-RU" sz="1600" spc="-1" strike="noStrike">
              <a:solidFill>
                <a:schemeClr val="dk2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300000" y="2520000"/>
            <a:ext cx="5973840" cy="162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5000" spc="-1" strike="noStrike" cap="all">
                <a:solidFill>
                  <a:schemeClr val="dk2"/>
                </a:solidFill>
                <a:latin typeface="Arial"/>
              </a:rPr>
              <a:t>Основные выводы</a:t>
            </a:r>
            <a:endParaRPr b="0" lang="ru-RU" sz="5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ftr" idx="50"/>
          </p:nvPr>
        </p:nvSpPr>
        <p:spPr>
          <a:xfrm>
            <a:off x="411480" y="301680"/>
            <a:ext cx="248256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2"/>
                </a:solidFill>
                <a:latin typeface="Arial"/>
              </a:rPr>
              <a:t>Заключение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353520" y="1197720"/>
            <a:ext cx="5406480" cy="49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2"/>
                </a:solidFill>
                <a:latin typeface="Arial"/>
              </a:rPr>
              <a:t>Тайм-менеджмент улучшает продуктивность</a:t>
            </a:r>
            <a:endParaRPr b="0" lang="ru-RU" sz="2400" spc="-1" strike="noStrike">
              <a:solidFill>
                <a:schemeClr val="dk2"/>
              </a:solidFill>
              <a:latin typeface="Arial"/>
            </a:endParaRPr>
          </a:p>
          <a:p>
            <a:pPr marL="283320" indent="0" defTabSz="914400">
              <a:lnSpc>
                <a:spcPct val="150000"/>
              </a:lnSpc>
              <a:buNone/>
            </a:pPr>
            <a:endParaRPr b="0" lang="ru-RU" sz="24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2"/>
                </a:solidFill>
                <a:latin typeface="Arial"/>
              </a:rPr>
              <a:t>Помогает достичь целей и снизить стресс</a:t>
            </a:r>
            <a:endParaRPr b="0" lang="ru-RU" sz="2400" spc="-1" strike="noStrike">
              <a:solidFill>
                <a:schemeClr val="dk2"/>
              </a:solidFill>
              <a:latin typeface="Arial"/>
            </a:endParaRPr>
          </a:p>
          <a:p>
            <a:pPr marL="283320" indent="0" defTabSz="914400">
              <a:lnSpc>
                <a:spcPct val="150000"/>
              </a:lnSpc>
              <a:buNone/>
            </a:pPr>
            <a:endParaRPr b="0" lang="ru-RU" sz="2400" spc="-1" strike="noStrike">
              <a:solidFill>
                <a:schemeClr val="dk2"/>
              </a:solidFill>
              <a:latin typeface="Arial"/>
            </a:endParaRPr>
          </a:p>
          <a:p>
            <a:pPr marL="283320" indent="-283320" defTabSz="914400">
              <a:lnSpc>
                <a:spcPct val="150000"/>
              </a:lnSpc>
              <a:buClr>
                <a:srgbClr val="3b4546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2"/>
                </a:solidFill>
                <a:latin typeface="Arial"/>
              </a:rPr>
              <a:t>Внедрение практик требует усилий, но приносит результаты</a:t>
            </a:r>
            <a:endParaRPr b="0" lang="ru-RU" sz="2400" spc="-1" strike="noStrike">
              <a:solidFill>
                <a:schemeClr val="dk2"/>
              </a:solidFill>
              <a:latin typeface="Aria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sldNum" idx="51"/>
          </p:nvPr>
        </p:nvSpPr>
        <p:spPr>
          <a:xfrm>
            <a:off x="10122480" y="301680"/>
            <a:ext cx="16729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DEBAFF-97B5-4610-A491-57BE9A61D35F}" type="slidenum">
              <a:rPr b="0" lang="ru-RU" sz="1200" spc="-1" strike="noStrike">
                <a:solidFill>
                  <a:schemeClr val="dk2"/>
                </a:solidFill>
                <a:latin typeface="Arial"/>
              </a:rPr>
              <a:t>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2313360" y="1426320"/>
            <a:ext cx="7219800" cy="170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ru-RU" sz="7200" spc="-1" strike="noStrike" cap="all">
                <a:solidFill>
                  <a:schemeClr val="lt1"/>
                </a:solidFill>
                <a:latin typeface="Arial"/>
              </a:rPr>
              <a:t>Спасибо</a:t>
            </a:r>
            <a:br>
              <a:rPr sz="7200"/>
            </a:br>
            <a:r>
              <a:rPr b="0" lang="ru-RU" sz="7200" spc="-1" strike="noStrike" cap="all">
                <a:solidFill>
                  <a:schemeClr val="lt1"/>
                </a:solidFill>
                <a:latin typeface="Arial"/>
              </a:rPr>
              <a:t>за внимание!</a:t>
            </a:r>
            <a:endParaRPr b="0" lang="ru-RU" sz="72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LibreOffice/24.2.5.2$Linux_X86_64 LibreOffice_project/420$Build-2</Application>
  <AppVersion>15.0000</AppVersion>
  <Words>431</Words>
  <Paragraphs>103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2022-06-28T06:29:45Z</dcterms:created>
  <dc:creator/>
  <dc:description/>
  <dc:language>ru-RU</dc:language>
  <cp:lastModifiedBy/>
  <dcterms:modified xsi:type="dcterms:W3CDTF">2024-09-16T21:43:50Z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11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11</vt:i4>
  </property>
</Properties>
</file>